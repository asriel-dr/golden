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9FDDD-7096-42BF-8A99-2A0DC3A34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1CC7EA-EBCE-47E4-8B82-9569589A4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9C1C34-25AA-4BF1-9012-243BC4FC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B55BA5-83B4-4051-9D83-90857D45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7CC28D-7D20-4D19-88B7-B26C2008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7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FF305-D7C0-478B-94B0-681FCB8E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EE3430-2B40-48B8-86C6-E22E0ACA5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DA76C2-1156-4F5E-94E7-8614D44C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3B642C-4CAE-49A4-A3AC-EF1ED569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FE942-9EED-42DF-B6A9-22615AD7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81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7D9DE-8DA1-481F-8542-B2EF7C1C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0BE712-824B-4B7A-9067-C533B8B5B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4B13C8-5558-4903-8633-694DB37C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B27864-E2F9-4F74-A644-809C5B2B7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CEAC3E-AADB-4A44-A6BE-BC490110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10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11E070-1512-4ECF-B03E-F94D9C1F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DADFB6-79F6-4D5B-B778-535A683D1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83341B-0D1D-4CD9-9CDB-417CD0F7C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FDBFB6-7D99-41A4-930C-12CA688B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B00926-8F09-4B17-8ED8-166A54B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2DE0B7-A4D5-4A1C-B033-DF88B1855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893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3CCE1-2DD0-4516-8F01-AC164E5F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7BB5CE-AA50-4A9E-9622-DC8C725ED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56E8F3-33C0-4CE5-B690-E66DC8EBA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922F2C-EA42-447A-988B-B7FD9F29F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D67649-C53D-4DE6-BCBD-F36BF9329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3D8235D-F233-4944-BA42-E051EA97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DC1AD8-CA34-46D3-9B0B-88890F35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93F2D1-5402-4756-BAE2-472636182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45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CC94A-1FBF-472C-8B3B-3E4AACE9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9D07848-24DF-4D56-AD39-CD3D2E88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1A03BF-5B3F-4C70-8A43-CE151F5F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4B9860-4DED-4003-B192-4496167C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28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2E064B-A9C5-4BC0-AAA4-32F6C884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4500F35-F410-430C-B261-8F8D6DCB7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99FDF9-83B7-499E-A60F-53178DF45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01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00136-0C3E-43C6-8BC3-0572EAAEB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1468BF-EDB8-4333-861B-B3F10FCF3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32E8AD-534D-497C-935C-9B2F10E25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C6EE3D-7F9E-40E8-A51F-52CEA6043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9541FC-2AA8-45C2-9D50-A0896D6B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AB96C2-8B1D-4125-A9D9-9CD378FF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42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FCFDD-1180-47CA-87D9-2422D1F3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D75D9A-0498-4F46-A528-80BAF9D33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00DE40-046C-4C94-92F6-AEFA81FA2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040BEA-31D9-4E30-B329-3ED01034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F2849C-9866-49AA-99DB-58CBE7851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B2861E-5772-451A-9964-6AE06578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31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517999-7E4E-4CB9-925D-83D8C485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C5600D-9154-49BA-87D3-427D09BE4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DB95CE-DEB2-4830-8FD3-D417A0C2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CEA937-057D-4FAA-82AF-E4EA17F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D3A001-CAA8-431D-9717-D7BE9E5C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1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BECB61-D519-4F42-85C8-52ADA5BF6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5EFD96-4801-4408-8747-BB0A8CBC5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5C55B6-F483-4435-9558-03596A55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EE212B-B5F5-4DBA-A4A6-74DFB6AB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4375B7-6651-43B7-992B-9CADD8EC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50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40E31-7BAF-4457-A6C0-795E00DE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A0B99E-41BA-4D22-ACDC-11650A799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893C72-6A99-4A46-A6ED-9BBE1186FF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F0642-649A-48CF-8C50-121EF984931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0CC613-72E6-4F4D-99BB-460831EAB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18CAE5-F2B2-448F-A087-D39DB851D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F93F1-B24B-44D5-AC53-11530703EA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842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6FF42-776B-43B0-8D21-92132E470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FD91C6-BB4F-4BAB-92EB-E50B6547E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Презентация Жигалова Дария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FA920-C72B-4EBA-B0F1-096838B9147F}"/>
              </a:ext>
            </a:extLst>
          </p:cNvPr>
          <p:cNvSpPr txBox="1"/>
          <p:nvPr/>
        </p:nvSpPr>
        <p:spPr>
          <a:xfrm>
            <a:off x="11484528" y="6400800"/>
            <a:ext cx="402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7109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A0E07-6C27-4547-BA95-4C92B6FDE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Git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707F1-545B-4CE3-98B6-5C960AC58391}"/>
              </a:ext>
            </a:extLst>
          </p:cNvPr>
          <p:cNvSpPr txBox="1"/>
          <p:nvPr/>
        </p:nvSpPr>
        <p:spPr>
          <a:xfrm>
            <a:off x="11459361" y="6249798"/>
            <a:ext cx="44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85653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6FF62-4925-4AD6-B363-2F75B9F3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49" y="365125"/>
            <a:ext cx="11308359" cy="1325563"/>
          </a:xfrm>
        </p:spPr>
        <p:txBody>
          <a:bodyPr/>
          <a:lstStyle/>
          <a:p>
            <a:r>
              <a:rPr lang="ru-RU" dirty="0"/>
              <a:t>Сайты, которые позволяют использовать </a:t>
            </a:r>
            <a:r>
              <a:rPr lang="en-US" dirty="0"/>
              <a:t>Git</a:t>
            </a:r>
            <a:endParaRPr lang="ru-RU" dirty="0"/>
          </a:p>
        </p:txBody>
      </p:sp>
      <p:pic>
        <p:nvPicPr>
          <p:cNvPr id="1026" name="Picture 2" descr="GitVerse — Платформа для работы с исходным кодом, Git-репозиторий">
            <a:extLst>
              <a:ext uri="{FF2B5EF4-FFF2-40B4-BE49-F238E27FC236}">
                <a16:creationId xmlns:a16="http://schemas.microsoft.com/office/drawing/2014/main" id="{FA7E53EC-4115-4B93-AA59-101B2E8EE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789" y="2085189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Status | Bitrise Integration Steps">
            <a:extLst>
              <a:ext uri="{FF2B5EF4-FFF2-40B4-BE49-F238E27FC236}">
                <a16:creationId xmlns:a16="http://schemas.microsoft.com/office/drawing/2014/main" id="{77904E67-9233-4D38-88A6-7489F865B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711" y="192881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FBE95-C604-4F62-BE72-64F7411A3E8B}"/>
              </a:ext>
            </a:extLst>
          </p:cNvPr>
          <p:cNvSpPr txBox="1"/>
          <p:nvPr/>
        </p:nvSpPr>
        <p:spPr>
          <a:xfrm>
            <a:off x="2682073" y="435388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557B5-CA7A-4E97-BFB3-B7BC0D759C58}"/>
              </a:ext>
            </a:extLst>
          </p:cNvPr>
          <p:cNvSpPr txBox="1"/>
          <p:nvPr/>
        </p:nvSpPr>
        <p:spPr>
          <a:xfrm>
            <a:off x="8761099" y="4353886"/>
            <a:ext cx="1011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Gitverse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5475C4-763F-4B8F-A3C9-95A8512DE2E0}"/>
              </a:ext>
            </a:extLst>
          </p:cNvPr>
          <p:cNvSpPr txBox="1"/>
          <p:nvPr/>
        </p:nvSpPr>
        <p:spPr>
          <a:xfrm>
            <a:off x="11392250" y="6400800"/>
            <a:ext cx="63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4074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74D9F-AA11-456B-89A1-A6DC3B64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3804" y="365125"/>
            <a:ext cx="2064391" cy="1325563"/>
          </a:xfrm>
        </p:spPr>
        <p:txBody>
          <a:bodyPr/>
          <a:lstStyle/>
          <a:p>
            <a:r>
              <a:rPr lang="en-US" dirty="0" err="1"/>
              <a:t>GitBash</a:t>
            </a:r>
            <a:endParaRPr lang="ru-RU" dirty="0"/>
          </a:p>
        </p:txBody>
      </p:sp>
      <p:pic>
        <p:nvPicPr>
          <p:cNvPr id="2054" name="Picture 6" descr="Logos Download | Git Bash">
            <a:extLst>
              <a:ext uri="{FF2B5EF4-FFF2-40B4-BE49-F238E27FC236}">
                <a16:creationId xmlns:a16="http://schemas.microsoft.com/office/drawing/2014/main" id="{59A7F259-4886-45EF-9862-1CC43B130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18" y="1690688"/>
            <a:ext cx="2652773" cy="266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07F799-FD15-4D48-B8A3-5C45EFF7628E}"/>
              </a:ext>
            </a:extLst>
          </p:cNvPr>
          <p:cNvSpPr txBox="1"/>
          <p:nvPr/>
        </p:nvSpPr>
        <p:spPr>
          <a:xfrm>
            <a:off x="436228" y="4504888"/>
            <a:ext cx="2659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Логотип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1CA779A-62B0-4012-BFE0-B19683A23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937" y="1891387"/>
            <a:ext cx="4074814" cy="26135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77F0F5-01B0-498B-A23F-1E427C378AB5}"/>
              </a:ext>
            </a:extLst>
          </p:cNvPr>
          <p:cNvSpPr txBox="1"/>
          <p:nvPr/>
        </p:nvSpPr>
        <p:spPr>
          <a:xfrm>
            <a:off x="9152457" y="4588994"/>
            <a:ext cx="135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Интерфейс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8162BF-961F-47B8-BAB9-788EFC5471ED}"/>
              </a:ext>
            </a:extLst>
          </p:cNvPr>
          <p:cNvSpPr txBox="1"/>
          <p:nvPr/>
        </p:nvSpPr>
        <p:spPr>
          <a:xfrm>
            <a:off x="11434194" y="6400800"/>
            <a:ext cx="587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9125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AB9431-9A2A-4D8A-B69A-ECC3F6D58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777" y="516126"/>
            <a:ext cx="2022446" cy="1325563"/>
          </a:xfrm>
        </p:spPr>
        <p:txBody>
          <a:bodyPr/>
          <a:lstStyle/>
          <a:p>
            <a:r>
              <a:rPr lang="en-US" dirty="0"/>
              <a:t>Git  </a:t>
            </a:r>
            <a:r>
              <a:rPr lang="en-US" dirty="0" err="1"/>
              <a:t>init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733C9B-59C3-420F-BE4D-99F82B821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873" y="2263717"/>
            <a:ext cx="7722254" cy="882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CFC3DA-5C8E-4103-92CC-B3E24C993345}"/>
              </a:ext>
            </a:extLst>
          </p:cNvPr>
          <p:cNvSpPr txBox="1"/>
          <p:nvPr/>
        </p:nvSpPr>
        <p:spPr>
          <a:xfrm>
            <a:off x="2189527" y="3363985"/>
            <a:ext cx="77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Пример использования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D9A68-881E-4842-877A-E44E461FA1ED}"/>
              </a:ext>
            </a:extLst>
          </p:cNvPr>
          <p:cNvSpPr txBox="1"/>
          <p:nvPr/>
        </p:nvSpPr>
        <p:spPr>
          <a:xfrm>
            <a:off x="11425806" y="6400800"/>
            <a:ext cx="66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33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970D1-0CA0-4E02-A272-7E4CA2E44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Git add 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A4121B-35B3-48C9-AA61-7F6CB6916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77" y="1690688"/>
            <a:ext cx="6593645" cy="515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F51348-9B00-4813-AD00-B95649E98152}"/>
              </a:ext>
            </a:extLst>
          </p:cNvPr>
          <p:cNvSpPr txBox="1"/>
          <p:nvPr/>
        </p:nvSpPr>
        <p:spPr>
          <a:xfrm>
            <a:off x="11434194" y="6107185"/>
            <a:ext cx="56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3206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80DE7-17BA-486D-9A8B-C9721B433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907" y="281235"/>
            <a:ext cx="3440185" cy="1325563"/>
          </a:xfrm>
        </p:spPr>
        <p:txBody>
          <a:bodyPr/>
          <a:lstStyle/>
          <a:p>
            <a:pPr algn="ctr"/>
            <a:r>
              <a:rPr lang="en-US" dirty="0"/>
              <a:t>Git commit -m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511A78-7090-419F-B66C-4263BD5C5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069" y="1606798"/>
            <a:ext cx="6219859" cy="4762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BADB22-044B-4C7A-B7CC-8AD197600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416" y="3122866"/>
            <a:ext cx="4401164" cy="5715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E37A3F-A12D-431B-9C17-2BEF03244AF5}"/>
              </a:ext>
            </a:extLst>
          </p:cNvPr>
          <p:cNvSpPr txBox="1"/>
          <p:nvPr/>
        </p:nvSpPr>
        <p:spPr>
          <a:xfrm>
            <a:off x="5135458" y="2233647"/>
            <a:ext cx="192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коммита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5927D-65B4-4718-8EB6-9834C4516AF8}"/>
              </a:ext>
            </a:extLst>
          </p:cNvPr>
          <p:cNvSpPr txBox="1"/>
          <p:nvPr/>
        </p:nvSpPr>
        <p:spPr>
          <a:xfrm>
            <a:off x="5315821" y="4029667"/>
            <a:ext cx="15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Лог коммитов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35977-9B7E-41BE-BF8A-0DAB1837FE69}"/>
              </a:ext>
            </a:extLst>
          </p:cNvPr>
          <p:cNvSpPr txBox="1"/>
          <p:nvPr/>
        </p:nvSpPr>
        <p:spPr>
          <a:xfrm>
            <a:off x="11643919" y="6409405"/>
            <a:ext cx="755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4589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571C6-9EBD-465C-9C6D-323580455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859" y="432237"/>
            <a:ext cx="2148281" cy="1325563"/>
          </a:xfrm>
        </p:spPr>
        <p:txBody>
          <a:bodyPr/>
          <a:lstStyle/>
          <a:p>
            <a:r>
              <a:rPr lang="en-US" dirty="0"/>
              <a:t>Git push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8D2AB5-DC5B-4104-9810-CC961E8F8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04" y="1975362"/>
            <a:ext cx="4439270" cy="390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500AE-3F57-4E04-A724-1BD6C1CBE47D}"/>
              </a:ext>
            </a:extLst>
          </p:cNvPr>
          <p:cNvSpPr txBox="1"/>
          <p:nvPr/>
        </p:nvSpPr>
        <p:spPr>
          <a:xfrm>
            <a:off x="1209413" y="2616755"/>
            <a:ext cx="331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Подключение репозитория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21D18E-2F32-4C0B-A42F-2477C39FA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493" y="2008704"/>
            <a:ext cx="4029637" cy="323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1F7823-A753-48C8-AA83-453BE5A38C9F}"/>
              </a:ext>
            </a:extLst>
          </p:cNvPr>
          <p:cNvSpPr txBox="1"/>
          <p:nvPr/>
        </p:nvSpPr>
        <p:spPr>
          <a:xfrm>
            <a:off x="8419749" y="2583503"/>
            <a:ext cx="97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Git Push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D3BA00-3142-4C31-BBB6-D92FE20585AF}"/>
              </a:ext>
            </a:extLst>
          </p:cNvPr>
          <p:cNvSpPr txBox="1"/>
          <p:nvPr/>
        </p:nvSpPr>
        <p:spPr>
          <a:xfrm>
            <a:off x="11585196" y="6350466"/>
            <a:ext cx="402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50488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575C3-EAF6-4572-AE80-275105A2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579" y="365125"/>
            <a:ext cx="2634842" cy="1325563"/>
          </a:xfrm>
        </p:spPr>
        <p:txBody>
          <a:bodyPr/>
          <a:lstStyle/>
          <a:p>
            <a:r>
              <a:rPr lang="en-US" dirty="0"/>
              <a:t>Branches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BEA5D6-A2C7-4491-9155-9E58E937A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511" y="1576371"/>
            <a:ext cx="2372056" cy="342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6613DC-86CC-42B2-849C-2FD983F9C309}"/>
              </a:ext>
            </a:extLst>
          </p:cNvPr>
          <p:cNvSpPr txBox="1"/>
          <p:nvPr/>
        </p:nvSpPr>
        <p:spPr>
          <a:xfrm>
            <a:off x="1495917" y="2088859"/>
            <a:ext cx="1795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Создание ветки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9C1745-0312-40CE-9AAB-D9034F034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919" y="1639595"/>
            <a:ext cx="2210108" cy="381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35C83A-0D25-4B7C-BFC1-49FBCC65EEE7}"/>
              </a:ext>
            </a:extLst>
          </p:cNvPr>
          <p:cNvSpPr txBox="1"/>
          <p:nvPr/>
        </p:nvSpPr>
        <p:spPr>
          <a:xfrm>
            <a:off x="7538907" y="2264037"/>
            <a:ext cx="172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Удаление ветки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172FA11-70EB-4B61-95D8-A9E66641C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879" y="3429000"/>
            <a:ext cx="2105319" cy="2953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FE20ED-2473-401F-A430-1B2AA859B63A}"/>
              </a:ext>
            </a:extLst>
          </p:cNvPr>
          <p:cNvSpPr txBox="1"/>
          <p:nvPr/>
        </p:nvSpPr>
        <p:spPr>
          <a:xfrm>
            <a:off x="1505871" y="3967872"/>
            <a:ext cx="1775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Список ветвей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8E2225-FF9C-48F8-AB33-4FC1C6153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734" y="3429000"/>
            <a:ext cx="2162477" cy="304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16E800-A98B-48D9-9221-751CB73F7FC7}"/>
              </a:ext>
            </a:extLst>
          </p:cNvPr>
          <p:cNvSpPr txBox="1"/>
          <p:nvPr/>
        </p:nvSpPr>
        <p:spPr>
          <a:xfrm>
            <a:off x="6748690" y="3857055"/>
            <a:ext cx="330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Переключение между ветвями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C32A51-54F3-43DF-AB14-3F1E5D362E1A}"/>
              </a:ext>
            </a:extLst>
          </p:cNvPr>
          <p:cNvSpPr txBox="1"/>
          <p:nvPr/>
        </p:nvSpPr>
        <p:spPr>
          <a:xfrm>
            <a:off x="11509695" y="6325299"/>
            <a:ext cx="553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23237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C04FB-D705-4F8F-8F2F-44FB8D52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C6BFB-AC4B-47AC-9779-372D4AE24AB3}"/>
              </a:ext>
            </a:extLst>
          </p:cNvPr>
          <p:cNvSpPr txBox="1"/>
          <p:nvPr/>
        </p:nvSpPr>
        <p:spPr>
          <a:xfrm>
            <a:off x="11534862" y="6367244"/>
            <a:ext cx="41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92263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63</Words>
  <Application>Microsoft Office PowerPoint</Application>
  <PresentationFormat>Широкоэкранный</PresentationFormat>
  <Paragraphs>34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Git</vt:lpstr>
      <vt:lpstr>Что такое Git</vt:lpstr>
      <vt:lpstr>Сайты, которые позволяют использовать Git</vt:lpstr>
      <vt:lpstr>GitBash</vt:lpstr>
      <vt:lpstr>Git  init</vt:lpstr>
      <vt:lpstr>Git add .</vt:lpstr>
      <vt:lpstr>Git commit -m</vt:lpstr>
      <vt:lpstr>Git push</vt:lpstr>
      <vt:lpstr>Branches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Professional</dc:creator>
  <cp:lastModifiedBy>Professional</cp:lastModifiedBy>
  <cp:revision>12</cp:revision>
  <dcterms:created xsi:type="dcterms:W3CDTF">2026-05-02T08:06:26Z</dcterms:created>
  <dcterms:modified xsi:type="dcterms:W3CDTF">2026-05-02T20:52:55Z</dcterms:modified>
</cp:coreProperties>
</file>